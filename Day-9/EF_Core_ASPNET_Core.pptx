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810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33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020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89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4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2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607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044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444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8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514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867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Framework Core with ASP.NET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Detailed Training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Entity Framework Core?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ORM framework</a:t>
            </a:r>
          </a:p>
          <a:p>
            <a:r>
              <a:t>Eliminates manual SQL</a:t>
            </a:r>
          </a:p>
          <a:p>
            <a:r>
              <a:t>Works with .NET Core</a:t>
            </a:r>
          </a:p>
          <a:p>
            <a:r>
              <a:t>Supports LINQ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EF Core?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development</a:t>
            </a:r>
          </a:p>
          <a:p>
            <a:r>
              <a:t>Database abstraction</a:t>
            </a:r>
          </a:p>
          <a:p>
            <a:r>
              <a:t>Supports multiple DBs</a:t>
            </a:r>
          </a:p>
          <a:p>
            <a:r>
              <a:t>Change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 Core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DbContext</a:t>
            </a:r>
          </a:p>
          <a:p>
            <a:r>
              <a:t>DbSet</a:t>
            </a:r>
          </a:p>
          <a:p>
            <a:r>
              <a:t>Entities</a:t>
            </a:r>
          </a:p>
          <a:p>
            <a:r>
              <a:t>LINQ to SQL translation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 EF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dotnet add package Microsoft.EntityFrameworkCore</a:t>
            </a:r>
          </a:p>
          <a:p>
            <a:r>
              <a:t>dotnet add package Microsoft.EntityFrameworkCore.SqlServer</a:t>
            </a:r>
          </a:p>
          <a:p>
            <a:r>
              <a:t>dotnet add package Microsoft.EntityFrameworkCore.Tools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Represents session with DB</a:t>
            </a:r>
          </a:p>
          <a:p>
            <a:r>
              <a:t>Handles queries and saving</a:t>
            </a:r>
          </a:p>
          <a:p>
            <a:r>
              <a:t>Configured in Program.cs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POCO classes</a:t>
            </a:r>
          </a:p>
          <a:p>
            <a:r>
              <a:t>Represents DB table</a:t>
            </a:r>
          </a:p>
          <a:p>
            <a:r>
              <a:t>Properties = columns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Represents table collection</a:t>
            </a:r>
          </a:p>
          <a:p>
            <a:r>
              <a:t>Used for CRUD operations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with ASP.NET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Register DbContext in DI</a:t>
            </a:r>
          </a:p>
          <a:p>
            <a:r>
              <a:t>Use connection string</a:t>
            </a:r>
          </a:p>
          <a:p>
            <a:r>
              <a:t>Inject into controllers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Configure DbContext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builder.Services.AddDbContext&lt;AppDbContext&gt;(options =&gt;</a:t>
            </a:r>
          </a:p>
          <a:p>
            <a:r>
              <a:t>options.UseSqlServer(connectionString));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Add, Update, Delete, Get</a:t>
            </a:r>
          </a:p>
          <a:p>
            <a:r>
              <a:t>SaveChanges() required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LINQ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Where, Select, FirstOrDefault</a:t>
            </a:r>
          </a:p>
          <a:p>
            <a:r>
              <a:t>Converted to SQL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DB schema</a:t>
            </a:r>
          </a:p>
          <a:p>
            <a:r>
              <a:t>Add-Migration</a:t>
            </a:r>
          </a:p>
          <a:p>
            <a:r>
              <a:t>Update-Database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One-to-One</a:t>
            </a:r>
          </a:p>
          <a:p>
            <a:r>
              <a:t>One-to-Many</a:t>
            </a:r>
          </a:p>
          <a:p>
            <a:r>
              <a:t>Many-to-Many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Tracks entity changes</a:t>
            </a:r>
          </a:p>
          <a:p>
            <a:r>
              <a:t>Auto updates DB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 Core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Logs SQL queries</a:t>
            </a:r>
          </a:p>
          <a:p>
            <a:r>
              <a:t>Useful for debugging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async methods</a:t>
            </a:r>
          </a:p>
          <a:p>
            <a:r>
              <a:t>Use repository pattern</a:t>
            </a:r>
          </a:p>
          <a:p>
            <a:r>
              <a:t>Avoid large queries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 Core simplifies DB access</a:t>
            </a:r>
          </a:p>
          <a:p>
            <a:r>
              <a:t>Integrates with ASP.NET Core</a:t>
            </a:r>
          </a:p>
          <a:p>
            <a:r>
              <a:t>Supports scalable apps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218</Words>
  <Application>Microsoft Office PowerPoint</Application>
  <PresentationFormat>On-screen Show (4:3)</PresentationFormat>
  <Paragraphs>67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Tw Cen MT</vt:lpstr>
      <vt:lpstr>Tw Cen MT Condensed</vt:lpstr>
      <vt:lpstr>Wingdings 3</vt:lpstr>
      <vt:lpstr>Integral</vt:lpstr>
      <vt:lpstr>Entity Framework Core with ASP.NET Core</vt:lpstr>
      <vt:lpstr>What is Entity Framework Core?</vt:lpstr>
      <vt:lpstr>Why EF Core?</vt:lpstr>
      <vt:lpstr>EF Core Architecture</vt:lpstr>
      <vt:lpstr>Install EF Core</vt:lpstr>
      <vt:lpstr>DbContext</vt:lpstr>
      <vt:lpstr>Entity Class</vt:lpstr>
      <vt:lpstr>DbSet</vt:lpstr>
      <vt:lpstr>Integration with ASP.NET Core</vt:lpstr>
      <vt:lpstr>Configure DbContext</vt:lpstr>
      <vt:lpstr>CRUD Operations</vt:lpstr>
      <vt:lpstr>LINQ Queries</vt:lpstr>
      <vt:lpstr>Migrations</vt:lpstr>
      <vt:lpstr>Relationships</vt:lpstr>
      <vt:lpstr>Change Tracking</vt:lpstr>
      <vt:lpstr>EF Core Logging</vt:lpstr>
      <vt:lpstr>Best Practices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2</cp:revision>
  <dcterms:created xsi:type="dcterms:W3CDTF">2013-01-27T09:14:16Z</dcterms:created>
  <dcterms:modified xsi:type="dcterms:W3CDTF">2026-03-25T03:48:43Z</dcterms:modified>
  <cp:category/>
</cp:coreProperties>
</file>